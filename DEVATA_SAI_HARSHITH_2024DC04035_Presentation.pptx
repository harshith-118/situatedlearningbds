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Scalable Big Data Pipeline for AI-Based
Benefits Contract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D0E8"/>
                </a:solidFill>
                <a:latin typeface="Calibri"/>
              </a:rPr>
              <a:t>Situated Learning  |  Big Data Systems (CC ZG522)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Student: DEVATA SAI HARSHITH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BITS ID: 2024DC04035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PoC data: 100% synthetic PDF/DOCX contracts (no client originals)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1. Problem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Calibri"/>
              </a:rP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2D2D"/>
                </a:solidFill>
                <a:latin typeface="Calibri"/>
              </a:rPr>
              <a:t>Growing batches of multi-page PDF/DOCX contracts and extraction JSON accumulate raw + curated data at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Calibri"/>
              </a:rPr>
              <a:t>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2D2D"/>
                </a:solidFill>
                <a:latin typeface="Calibri"/>
              </a:rPr>
              <a:t>New contracts, renewals, and model/template changes force continuous and burst reprocessing.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801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Calibri"/>
              </a:rPr>
              <a:t>Variety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2D2D"/>
                </a:solidFill>
                <a:latin typeface="Calibri"/>
              </a:rPr>
              <a:t>Mixed PDF &amp; DOCX layouts plus semi-structured AI JSON feeding a fixed Excel business template.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Business context: Gen AI pipeline extracts fields from benefits contracts; code execution fills an Excel template.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Pain point: Ad-hoc runs lack durable storage, reprocessing, validation, and quality analytics.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Goal: Hadoop-backed ingest → process → store → analyze pipeline with Excel as the business delivery format.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Constraint: Real client contracts cannot be used — PoC uses synthetic agreements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DEVATA SAI HARSHITH  |  2024DC04035  |  CC ZG522 Situated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2. Proposed Solution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210312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PDF/DOCX
→ HDFS 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55911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143000"/>
            <a:ext cx="2103120" cy="1828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325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Spark + AI
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5591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143000"/>
            <a:ext cx="210312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325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JSON/Parquet
on HDFS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55911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143000"/>
            <a:ext cx="2103120" cy="1828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325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Curate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Hive tables
+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55911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59" y="1143000"/>
            <a:ext cx="210312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799" y="1325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5. 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Excel template
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HDFS zones: /contracts/raw → /extracted/json → /curated/parquet → /exports/excel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Spark: inventory files, validate required fields, normalize dates/amounts, quarantine partials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Hive: success rate, field fill-rate, PDF vs DOCX error comparison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Existing Gen AI extractor + Python Excel writer remain the domain-specific stages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Tools in PoC (minimum 3): HDFS + Spark + Hive (Flume/batch put for ingest)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DEVATA SAI HARSHITH  |  2024DC04035  |  CC ZG522 Situated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3. Data Landscape (Synthetic PoC)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Calibr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10 synthetic contracts (5 PDF + 5 DOCX)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Fake employers &amp; plan terms only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Fields: Contract ID, Client, Dates, Plan,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  Network, Limits, Deductible, Co-pay,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  Region, Broker, Status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Simulated AI JSON per contract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1 intentional partial record (missing broker)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  to demonstrate validation / quarantine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Calibri"/>
              </a:rPr>
              <a:t>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Excel template (business schema)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Filled Excel extract (code execution)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Quality summary JSON (Hive-style KPIs)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Success rate, fill-rates, format split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No production / LifeSource files used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Safe for academic Taxila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DEVATA SAI HARSHITH  |  2024DC04035  |  CC ZG522 Situated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4. Proof of Concept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Implemented a meaningful slice: synthetic ingest artifacts → AI JSON → validation/mapping → Excel + KPIs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Code artifact: poc/scripts/map_json_to_excel.py (post-extraction code execution)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Replace local folders with HDFS paths and Spark/Hive jobs for full Hadoop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2103120" cy="2103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6E4F0"/>
                </a:solidFill>
              </a:rPr>
              <a:t>Contracts
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743200"/>
            <a:ext cx="2103120" cy="2103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7947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6E4F0"/>
                </a:solidFill>
              </a:rPr>
              <a:t>Full extraction
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743200"/>
            <a:ext cx="2103120" cy="2103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947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6E4F0"/>
                </a:solidFill>
              </a:rPr>
              <a:t>Partial /
missing 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743200"/>
            <a:ext cx="2103120" cy="2103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7947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6E4F0"/>
                </a:solidFill>
              </a:rPr>
              <a:t>Success
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743200"/>
            <a:ext cx="2103120" cy="2103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7947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6E4F0"/>
                </a:solidFill>
              </a:rPr>
              <a:t>Formats
PDF + DOCX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DEVATA SAI HARSHITH  |  2024DC04035  |  CC ZG522 Situated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5. Tools, Workflow &amp;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19456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16152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Store raw PDF/DOCX, extraction JSON, curated outputs, run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19456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93392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Validate schema, map fields, compute quality metrics, quarantine partials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39"/>
            <a:ext cx="219456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70631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70631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SQL analytics: success rate, field fill-rate, PDF vs DOCX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2194560" cy="640080"/>
          </a:xfrm>
          <a:prstGeom prst="roundRect">
            <a:avLst/>
          </a:prstGeom>
          <a:solidFill>
            <a:srgbClr val="C5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1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Gen AI +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47871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Domain extraction (existing work) + template population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</a:rPr>
              <a:t>Timeline: Week 1 — schema + synthetic data + HDFS layout  |  Week 2 — Spark/Hive + Excel script  |  Week 3 — screenshots, slides, Taxila submit (6 Aug 2026)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</a:rPr>
              <a:t>Deliverables: Proposal PDF, PoC code/data/screenshots, Presentation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DEVATA SAI HARSHITH  |  2024DC04035  |  CC ZG522 Situated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6. Business Impact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577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Calibri"/>
              </a:rPr>
              <a:t>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D2D2D"/>
                </a:solidFill>
              </a:rPr>
              <a:t>Immutable raw zone + run IDs enable audit and safe reprocessing when models/templates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577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Calibri"/>
              </a:rPr>
              <a:t>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D2D2D"/>
                </a:solidFill>
              </a:rPr>
              <a:t>Field fill-rate and partial-record quarantine surface extraction gaps before Excel reaches business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577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D2D2D"/>
                </a:solidFill>
              </a:rPr>
              <a:t>HDFS + Spark/Hive path supports growth from tens to thousands of PDF/DOCX contracts.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83280"/>
            <a:ext cx="5577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118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Calibri"/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60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D2D2D"/>
                </a:solidFill>
              </a:rPr>
              <a:t>Kafka ingest, HBase lookup by Contract ID, automated drift alerts, richer OCR for scans.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DEVATA SAI HARSHITH  |  2024DC04035  |  CC ZG522 Situated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